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0DEC-7DD0-409E-19C2-7433DD1B6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78EA0-3267-BEBB-319C-918DC24BA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5A411-996F-6180-3239-BE1663A4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82198-E02F-4AA1-98AD-D9F5B831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0287F-01AD-A624-907B-000B8C93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FE4D-E580-C394-5D55-8FF9D9C4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651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6EAC-E0FD-DB9B-7875-FF408ACB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670C-42FA-9CA1-CFC5-65E585707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A892-2130-F6C4-9E7F-AFAFCF59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BB389-50EA-CBE1-C42C-8B8C5CB3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2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C887-A917-ABB4-6C13-1A20ABC9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AAD67-A165-8291-4A20-44D16DF5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DE36F-944E-E2B3-C50F-E5654C7C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9F47-ECDF-D3B8-D336-13C52197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5B4BA-9198-92BC-765A-3F807639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5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461D-B8F4-23D0-AB97-3D2428B6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F3D0E-39CE-51A9-7ECF-E28868E92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F4487-F4FC-1FE1-2577-40FC3B2DD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DFEA3-0994-7726-1AF8-5E8BEEF6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16C57-DABA-FA3E-154B-4D1C35F8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F1820-76C7-42FA-6E73-D3E74490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79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AC88-B329-3169-E848-E2D43528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81554-847B-D2F5-F9D8-16EB0DA3E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2077-E7B8-E92D-AB71-7C1D6B2DC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74E917-3D33-9126-96EB-9E95F44E6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8EFAB-5237-6660-6392-1F0472B76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F50354-CF83-36F9-23D2-984B951D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8EE30-5476-3CD6-3016-85C79A91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C1D2A-6B69-1F1B-5CA0-F21C0ED8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37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8B8D-CC3B-E2F9-9DC7-EE8AF69E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FD56F-23F2-6F54-2306-81015FF7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90E6D-AFE1-2AFA-35AB-318B4967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F9605-A747-CE51-015C-D6918279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4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EC375-F51B-16FD-21C9-8512808A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32D78-04E5-6245-B33E-FE656A0F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1628E-923A-5AE5-B3AB-8B60214E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11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8CC9-8F35-EB9B-07CA-1B6743EE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E072-F916-7E44-8C5A-FF894FACD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5B213-B8C2-CAB0-8DEC-DF9B2A4F9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3E0D3-7BE5-2CC0-2424-37B1642F4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B10D1-4115-B68A-7ACE-ECBABF91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0AB17-38BA-E8DF-6225-256F53B3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014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6A60-DC58-AAFC-1EE1-C4E112F4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F42518-F39F-FDF4-AA86-51BA09AAC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88219-B830-7C1B-C4F7-8834ECF1A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D5614-62EC-3CB2-C8F6-3D6467A2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423E0-0042-3772-ED87-46AD12DD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8F7-0126-B6E4-2549-75C8D7B4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4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07E7-129F-415E-3DA2-0FEF03647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D0AC5-2D60-6CB7-1787-EAB86A4AC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24943-6D76-87B0-B0BB-73C635A7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8052E-7EA1-E7EF-F157-0C230F79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C9D80-6097-0E85-9BAB-C0C5AF0A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6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DBD896-1ABD-2D6D-C91E-250C23BBF5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F0002-4309-848C-4C0F-BAAB61D80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C5F53-29A9-3FCE-AAB0-4C3EAEB7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AAD65-F52D-F56B-321B-A715F5D6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C512E-A664-9106-C071-78DEE0E5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A76A3-F21B-2686-0E67-4667E6C29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1E28-6B87-1581-8E79-D2527044E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BA79A-D9E5-1105-BE58-2FB4336D2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DCD0D0-B8EA-43A4-A5C3-7333BCCB2C1E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97F80-3331-8DDB-CF83-17BFB4E82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F37E-40B0-A541-8079-DAB65C65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EBAE2-B772-4B15-8636-7DE91A37AF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7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stral.sh/uv/getting-started/installa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62B3-03B1-C23A-7B88-C27DC2CE1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Quantification Software Usage and Troubleshooting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18F56D-E4AD-F19F-DC44-94F05FED5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September 4, 2026</a:t>
            </a:r>
          </a:p>
        </p:txBody>
      </p:sp>
    </p:spTree>
    <p:extLst>
      <p:ext uri="{BB962C8B-B14F-4D97-AF65-F5344CB8AC3E}">
        <p14:creationId xmlns:p14="http://schemas.microsoft.com/office/powerpoint/2010/main" val="3783915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B989-1E64-395E-EB51-1A5872FA8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the Newest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3CD5-2478-2DFF-2C6D-9CA799D69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63625"/>
            <a:ext cx="10515600" cy="4351338"/>
          </a:xfrm>
        </p:spPr>
        <p:txBody>
          <a:bodyPr/>
          <a:lstStyle/>
          <a:p>
            <a:r>
              <a:rPr lang="en-US" dirty="0"/>
              <a:t>https://github.com/ware-research/gridquant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C8DD9-59CF-35D0-4855-F138BB22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4" y="1443037"/>
            <a:ext cx="6841817" cy="52239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4D426F-75D7-5CC6-5B6B-AA89AD91DAF7}"/>
              </a:ext>
            </a:extLst>
          </p:cNvPr>
          <p:cNvCxnSpPr>
            <a:cxnSpLocks/>
          </p:cNvCxnSpPr>
          <p:nvPr/>
        </p:nvCxnSpPr>
        <p:spPr>
          <a:xfrm>
            <a:off x="3818932" y="3239294"/>
            <a:ext cx="557704" cy="2626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F45759-09B3-B9C6-0EE7-EE62AE098494}"/>
              </a:ext>
            </a:extLst>
          </p:cNvPr>
          <p:cNvCxnSpPr>
            <a:cxnSpLocks/>
          </p:cNvCxnSpPr>
          <p:nvPr/>
        </p:nvCxnSpPr>
        <p:spPr>
          <a:xfrm>
            <a:off x="1894882" y="5364454"/>
            <a:ext cx="557704" cy="2626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D649201-53F2-AD87-9DF0-D60B7A936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165" y="1811286"/>
            <a:ext cx="6477904" cy="422969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6B83D8-2C0D-6F7F-09DC-B946A72DB439}"/>
              </a:ext>
            </a:extLst>
          </p:cNvPr>
          <p:cNvCxnSpPr>
            <a:cxnSpLocks/>
          </p:cNvCxnSpPr>
          <p:nvPr/>
        </p:nvCxnSpPr>
        <p:spPr>
          <a:xfrm flipH="1">
            <a:off x="8091386" y="5727715"/>
            <a:ext cx="652564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14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2906-5057-6C12-CE7F-3B1F2625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 python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D3850-49E9-9029-1D1A-9CDFBAAB7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strongly recommend “</a:t>
            </a:r>
            <a:r>
              <a:rPr lang="en-US" dirty="0" err="1"/>
              <a:t>uv</a:t>
            </a:r>
            <a:r>
              <a:rPr lang="en-US" dirty="0"/>
              <a:t>”</a:t>
            </a:r>
          </a:p>
          <a:p>
            <a:pPr lvl="1"/>
            <a:r>
              <a:rPr lang="en-US" dirty="0">
                <a:hlinkClick r:id="rId2"/>
              </a:rPr>
              <a:t>https://docs.astral.sh/uv/getting-started/installation/</a:t>
            </a:r>
            <a:endParaRPr lang="en-US" dirty="0"/>
          </a:p>
          <a:p>
            <a:r>
              <a:rPr lang="en-US" dirty="0"/>
              <a:t>Set up .</a:t>
            </a:r>
            <a:r>
              <a:rPr lang="en-US" dirty="0" err="1"/>
              <a:t>venv</a:t>
            </a:r>
            <a:r>
              <a:rPr lang="en-US" dirty="0"/>
              <a:t> (for </a:t>
            </a:r>
            <a:r>
              <a:rPr lang="en-US" dirty="0" err="1"/>
              <a:t>uv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Into command line at the current directory:</a:t>
            </a:r>
          </a:p>
          <a:p>
            <a:pPr lvl="2"/>
            <a:r>
              <a:rPr lang="en-US" dirty="0"/>
              <a:t>&gt; “</a:t>
            </a:r>
            <a:r>
              <a:rPr lang="en-US" dirty="0" err="1"/>
              <a:t>uv</a:t>
            </a:r>
            <a:r>
              <a:rPr lang="en-US" dirty="0"/>
              <a:t> </a:t>
            </a:r>
            <a:r>
              <a:rPr lang="en-US" dirty="0" err="1"/>
              <a:t>venv</a:t>
            </a:r>
            <a:r>
              <a:rPr lang="en-US" dirty="0"/>
              <a:t>”</a:t>
            </a:r>
          </a:p>
          <a:p>
            <a:pPr lvl="2"/>
            <a:r>
              <a:rPr lang="en-US" dirty="0"/>
              <a:t>&gt; “</a:t>
            </a:r>
            <a:r>
              <a:rPr lang="en-US" dirty="0" err="1"/>
              <a:t>uv</a:t>
            </a:r>
            <a:r>
              <a:rPr lang="en-US" dirty="0"/>
              <a:t> pip install –r requirements.txt”</a:t>
            </a:r>
          </a:p>
          <a:p>
            <a:r>
              <a:rPr lang="en-US" dirty="0"/>
              <a:t> To run software:</a:t>
            </a:r>
          </a:p>
          <a:p>
            <a:pPr lvl="1"/>
            <a:r>
              <a:rPr lang="en-US" dirty="0"/>
              <a:t>&gt; “</a:t>
            </a:r>
            <a:r>
              <a:rPr lang="en-US" dirty="0" err="1"/>
              <a:t>uv</a:t>
            </a:r>
            <a:r>
              <a:rPr lang="en-US" dirty="0"/>
              <a:t> run run.py”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714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AAA9-5181-7BBC-A235-CC544D81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FCCC-2219-DC91-AFF8-B6303DFE1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39097-F8FC-5223-931A-D064E6F6D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932" y="-36651"/>
            <a:ext cx="6785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9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9607-6512-8C1E-579F-8E0BDCD1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B3AF1-36CB-1D9A-8F83-592796832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1" y="972183"/>
            <a:ext cx="6287377" cy="584916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A30059-6FFA-C740-B068-E858CDD73258}"/>
              </a:ext>
            </a:extLst>
          </p:cNvPr>
          <p:cNvCxnSpPr/>
          <p:nvPr/>
        </p:nvCxnSpPr>
        <p:spPr>
          <a:xfrm flipH="1">
            <a:off x="4213901" y="3065052"/>
            <a:ext cx="301557" cy="18482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CCAFDC-A336-31BB-EDBC-311C22CB4F45}"/>
              </a:ext>
            </a:extLst>
          </p:cNvPr>
          <p:cNvCxnSpPr>
            <a:cxnSpLocks/>
          </p:cNvCxnSpPr>
          <p:nvPr/>
        </p:nvCxnSpPr>
        <p:spPr>
          <a:xfrm flipH="1">
            <a:off x="5469579" y="3065052"/>
            <a:ext cx="159696" cy="5978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C9BD137-EF19-9985-9D1F-BB084A3A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56" y="1118105"/>
            <a:ext cx="5334744" cy="219105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50680F-D5AD-0EFE-9EE4-9259650E8620}"/>
              </a:ext>
            </a:extLst>
          </p:cNvPr>
          <p:cNvCxnSpPr>
            <a:cxnSpLocks/>
          </p:cNvCxnSpPr>
          <p:nvPr/>
        </p:nvCxnSpPr>
        <p:spPr>
          <a:xfrm>
            <a:off x="79953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CADFF4-A45F-02ED-916A-3400CF31AA7C}"/>
              </a:ext>
            </a:extLst>
          </p:cNvPr>
          <p:cNvCxnSpPr>
            <a:cxnSpLocks/>
          </p:cNvCxnSpPr>
          <p:nvPr/>
        </p:nvCxnSpPr>
        <p:spPr>
          <a:xfrm>
            <a:off x="81865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A34457-6DFD-3897-482D-5F5F92FEECE5}"/>
              </a:ext>
            </a:extLst>
          </p:cNvPr>
          <p:cNvCxnSpPr>
            <a:cxnSpLocks/>
          </p:cNvCxnSpPr>
          <p:nvPr/>
        </p:nvCxnSpPr>
        <p:spPr>
          <a:xfrm>
            <a:off x="83777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BDFC12-2035-859C-8E9D-F36840546130}"/>
              </a:ext>
            </a:extLst>
          </p:cNvPr>
          <p:cNvCxnSpPr>
            <a:cxnSpLocks/>
          </p:cNvCxnSpPr>
          <p:nvPr/>
        </p:nvCxnSpPr>
        <p:spPr>
          <a:xfrm>
            <a:off x="87601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02AA6C-6B74-49FD-A673-A73EDAA23F9E}"/>
              </a:ext>
            </a:extLst>
          </p:cNvPr>
          <p:cNvCxnSpPr>
            <a:cxnSpLocks/>
          </p:cNvCxnSpPr>
          <p:nvPr/>
        </p:nvCxnSpPr>
        <p:spPr>
          <a:xfrm>
            <a:off x="85689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21E9647-BBF7-0735-FD43-F366697708CA}"/>
              </a:ext>
            </a:extLst>
          </p:cNvPr>
          <p:cNvCxnSpPr>
            <a:cxnSpLocks/>
          </p:cNvCxnSpPr>
          <p:nvPr/>
        </p:nvCxnSpPr>
        <p:spPr>
          <a:xfrm>
            <a:off x="89513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E1387BE-18CD-71DB-4F80-9EF87C2E0742}"/>
              </a:ext>
            </a:extLst>
          </p:cNvPr>
          <p:cNvCxnSpPr>
            <a:cxnSpLocks/>
          </p:cNvCxnSpPr>
          <p:nvPr/>
        </p:nvCxnSpPr>
        <p:spPr>
          <a:xfrm>
            <a:off x="91425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8757A7-8612-E1BD-B80F-BD693706AE09}"/>
              </a:ext>
            </a:extLst>
          </p:cNvPr>
          <p:cNvCxnSpPr>
            <a:cxnSpLocks/>
          </p:cNvCxnSpPr>
          <p:nvPr/>
        </p:nvCxnSpPr>
        <p:spPr>
          <a:xfrm>
            <a:off x="93337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2E5B03E-FBEA-3408-697C-F39EA2620D2F}"/>
              </a:ext>
            </a:extLst>
          </p:cNvPr>
          <p:cNvCxnSpPr>
            <a:cxnSpLocks/>
          </p:cNvCxnSpPr>
          <p:nvPr/>
        </p:nvCxnSpPr>
        <p:spPr>
          <a:xfrm>
            <a:off x="95249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108647-46B8-22CC-1F54-3A6BA9D73D85}"/>
              </a:ext>
            </a:extLst>
          </p:cNvPr>
          <p:cNvCxnSpPr>
            <a:cxnSpLocks/>
          </p:cNvCxnSpPr>
          <p:nvPr/>
        </p:nvCxnSpPr>
        <p:spPr>
          <a:xfrm>
            <a:off x="97161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F4BEF-7908-6907-DF55-EDD4FDD57A3E}"/>
              </a:ext>
            </a:extLst>
          </p:cNvPr>
          <p:cNvCxnSpPr>
            <a:cxnSpLocks/>
          </p:cNvCxnSpPr>
          <p:nvPr/>
        </p:nvCxnSpPr>
        <p:spPr>
          <a:xfrm>
            <a:off x="99073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4992BB-C485-3E65-583A-F670B7D16636}"/>
              </a:ext>
            </a:extLst>
          </p:cNvPr>
          <p:cNvCxnSpPr>
            <a:cxnSpLocks/>
          </p:cNvCxnSpPr>
          <p:nvPr/>
        </p:nvCxnSpPr>
        <p:spPr>
          <a:xfrm>
            <a:off x="100985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4BC9380-F97F-FBE0-03AC-156CCC2F9112}"/>
              </a:ext>
            </a:extLst>
          </p:cNvPr>
          <p:cNvCxnSpPr>
            <a:cxnSpLocks/>
          </p:cNvCxnSpPr>
          <p:nvPr/>
        </p:nvCxnSpPr>
        <p:spPr>
          <a:xfrm>
            <a:off x="102897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C759B4-0DCE-B3AF-C0E9-6279E2304F82}"/>
              </a:ext>
            </a:extLst>
          </p:cNvPr>
          <p:cNvCxnSpPr>
            <a:cxnSpLocks/>
          </p:cNvCxnSpPr>
          <p:nvPr/>
        </p:nvCxnSpPr>
        <p:spPr>
          <a:xfrm>
            <a:off x="104809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4F1EDE-771D-F149-D53D-B21339A05BE1}"/>
              </a:ext>
            </a:extLst>
          </p:cNvPr>
          <p:cNvCxnSpPr>
            <a:cxnSpLocks/>
          </p:cNvCxnSpPr>
          <p:nvPr/>
        </p:nvCxnSpPr>
        <p:spPr>
          <a:xfrm>
            <a:off x="106721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CA0FD9-C122-7866-6CA5-3130CB88AAEB}"/>
              </a:ext>
            </a:extLst>
          </p:cNvPr>
          <p:cNvCxnSpPr>
            <a:cxnSpLocks/>
          </p:cNvCxnSpPr>
          <p:nvPr/>
        </p:nvCxnSpPr>
        <p:spPr>
          <a:xfrm>
            <a:off x="108633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1C9A9E-ADE0-1EFD-0F4B-12AF34F1DFE1}"/>
              </a:ext>
            </a:extLst>
          </p:cNvPr>
          <p:cNvCxnSpPr>
            <a:cxnSpLocks/>
          </p:cNvCxnSpPr>
          <p:nvPr/>
        </p:nvCxnSpPr>
        <p:spPr>
          <a:xfrm>
            <a:off x="11054526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51D5EF-3E72-EDF9-8029-00824A5EADA1}"/>
              </a:ext>
            </a:extLst>
          </p:cNvPr>
          <p:cNvCxnSpPr>
            <a:cxnSpLocks/>
          </p:cNvCxnSpPr>
          <p:nvPr/>
        </p:nvCxnSpPr>
        <p:spPr>
          <a:xfrm>
            <a:off x="11245732" y="22955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7142FC-745F-CFB2-A1D9-ADBCA5E0C070}"/>
              </a:ext>
            </a:extLst>
          </p:cNvPr>
          <p:cNvSpPr txBox="1"/>
          <p:nvPr/>
        </p:nvSpPr>
        <p:spPr>
          <a:xfrm>
            <a:off x="9142526" y="1844301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18px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43BCF67-704B-6E72-DF4A-60C878FA0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1298" y="3896766"/>
            <a:ext cx="4606420" cy="2586286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0118A5-AB4E-941C-016A-6CA6430F7795}"/>
              </a:ext>
            </a:extLst>
          </p:cNvPr>
          <p:cNvCxnSpPr>
            <a:cxnSpLocks/>
          </p:cNvCxnSpPr>
          <p:nvPr/>
        </p:nvCxnSpPr>
        <p:spPr>
          <a:xfrm>
            <a:off x="8377726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8AC9D66-3FCE-42FB-6B14-7F40176E420C}"/>
              </a:ext>
            </a:extLst>
          </p:cNvPr>
          <p:cNvCxnSpPr>
            <a:cxnSpLocks/>
          </p:cNvCxnSpPr>
          <p:nvPr/>
        </p:nvCxnSpPr>
        <p:spPr>
          <a:xfrm>
            <a:off x="8630819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6A26AC-DF32-D87A-8EA8-C88A43FE2669}"/>
              </a:ext>
            </a:extLst>
          </p:cNvPr>
          <p:cNvCxnSpPr>
            <a:cxnSpLocks/>
          </p:cNvCxnSpPr>
          <p:nvPr/>
        </p:nvCxnSpPr>
        <p:spPr>
          <a:xfrm>
            <a:off x="8883912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7E06C5-0C84-EFEE-086F-4B7EC264BF4F}"/>
              </a:ext>
            </a:extLst>
          </p:cNvPr>
          <p:cNvCxnSpPr>
            <a:cxnSpLocks/>
          </p:cNvCxnSpPr>
          <p:nvPr/>
        </p:nvCxnSpPr>
        <p:spPr>
          <a:xfrm>
            <a:off x="9137005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B247851-3D7B-D09E-7B19-52DFCBB563CD}"/>
              </a:ext>
            </a:extLst>
          </p:cNvPr>
          <p:cNvCxnSpPr>
            <a:cxnSpLocks/>
          </p:cNvCxnSpPr>
          <p:nvPr/>
        </p:nvCxnSpPr>
        <p:spPr>
          <a:xfrm>
            <a:off x="9390098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C34E8D-9206-7A75-4E59-9B787AE2F5DF}"/>
              </a:ext>
            </a:extLst>
          </p:cNvPr>
          <p:cNvCxnSpPr>
            <a:cxnSpLocks/>
          </p:cNvCxnSpPr>
          <p:nvPr/>
        </p:nvCxnSpPr>
        <p:spPr>
          <a:xfrm>
            <a:off x="9643191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F1538C6-9F20-F8CA-5959-65F3B6C4F546}"/>
              </a:ext>
            </a:extLst>
          </p:cNvPr>
          <p:cNvCxnSpPr>
            <a:cxnSpLocks/>
          </p:cNvCxnSpPr>
          <p:nvPr/>
        </p:nvCxnSpPr>
        <p:spPr>
          <a:xfrm>
            <a:off x="9896284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579347-C08F-87D8-72C3-CC4F9C6C883E}"/>
              </a:ext>
            </a:extLst>
          </p:cNvPr>
          <p:cNvCxnSpPr>
            <a:cxnSpLocks/>
          </p:cNvCxnSpPr>
          <p:nvPr/>
        </p:nvCxnSpPr>
        <p:spPr>
          <a:xfrm>
            <a:off x="10149376" y="5144125"/>
            <a:ext cx="0" cy="3505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E7F2D11-F124-66F5-7DF2-8057758ECD2D}"/>
              </a:ext>
            </a:extLst>
          </p:cNvPr>
          <p:cNvSpPr txBox="1"/>
          <p:nvPr/>
        </p:nvSpPr>
        <p:spPr>
          <a:xfrm>
            <a:off x="8883912" y="4556520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8px</a:t>
            </a:r>
          </a:p>
        </p:txBody>
      </p:sp>
    </p:spTree>
    <p:extLst>
      <p:ext uri="{BB962C8B-B14F-4D97-AF65-F5344CB8AC3E}">
        <p14:creationId xmlns:p14="http://schemas.microsoft.com/office/powerpoint/2010/main" val="387168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C2B1-E544-0EC6-8376-D72A9CC1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3E966-1DD5-301B-98FD-6BBEF1D4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00" y="0"/>
            <a:ext cx="68116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3FB54-03AA-5D02-5D63-6E949F78C45A}"/>
              </a:ext>
            </a:extLst>
          </p:cNvPr>
          <p:cNvSpPr txBox="1"/>
          <p:nvPr/>
        </p:nvSpPr>
        <p:spPr>
          <a:xfrm>
            <a:off x="4467359" y="3040618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85-(18x2) = 49</a:t>
            </a:r>
          </a:p>
        </p:txBody>
      </p:sp>
    </p:spTree>
    <p:extLst>
      <p:ext uri="{BB962C8B-B14F-4D97-AF65-F5344CB8AC3E}">
        <p14:creationId xmlns:p14="http://schemas.microsoft.com/office/powerpoint/2010/main" val="407390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4925-3F60-E0DA-2154-0F4FBD2A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7236-78D9-A483-2F96-C4C1BE612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8E46CA-4E19-3AAE-FD70-661AD8B7F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5" y="85258"/>
            <a:ext cx="6487430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04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1913B-BE23-96BD-7199-2774AF1E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 initial circle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4007E-E1A4-04BA-524D-4EBA184D0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35150"/>
            <a:ext cx="1113472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Make sure you are using the correct preset for your experiment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Measure and adjust “Minimum Diameter” and Maximum Diameter”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Find circle diameter and add +5 for max, and -5 for min.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 “P1” if no circles are found (Lower values finds more circles)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Adjust “P2” until the correct circle is found (Lower values select less-defined circles”</a:t>
            </a:r>
          </a:p>
        </p:txBody>
      </p:sp>
    </p:spTree>
    <p:extLst>
      <p:ext uri="{BB962C8B-B14F-4D97-AF65-F5344CB8AC3E}">
        <p14:creationId xmlns:p14="http://schemas.microsoft.com/office/powerpoint/2010/main" val="556885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A45657-0C7B-9DA5-36A6-E8A159BF8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67" y="36651"/>
            <a:ext cx="555303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46CDC-51ED-BF05-325F-32FCEB01B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4904"/>
            <a:ext cx="5563296" cy="295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33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174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Quantification Software Usage and Troubleshooting</vt:lpstr>
      <vt:lpstr>Download the Newest Version</vt:lpstr>
      <vt:lpstr>Set up python environment</vt:lpstr>
      <vt:lpstr>PowerPoint Presentation</vt:lpstr>
      <vt:lpstr>PowerPoint Presentation</vt:lpstr>
      <vt:lpstr>PowerPoint Presentation</vt:lpstr>
      <vt:lpstr>PowerPoint Presentation</vt:lpstr>
      <vt:lpstr>Troubleshooting initial circle finding</vt:lpstr>
      <vt:lpstr>PowerPoint Presentation</vt:lpstr>
    </vt:vector>
  </TitlesOfParts>
  <Company>Oregon Health and Science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Ware</dc:creator>
  <cp:lastModifiedBy>Jason Ware</cp:lastModifiedBy>
  <cp:revision>1</cp:revision>
  <dcterms:created xsi:type="dcterms:W3CDTF">2026-09-04T16:24:42Z</dcterms:created>
  <dcterms:modified xsi:type="dcterms:W3CDTF">2026-09-04T16:57:48Z</dcterms:modified>
</cp:coreProperties>
</file>